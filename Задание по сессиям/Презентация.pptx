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1976D-BEE9-43F7-B0BE-12ADC315C60F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2CEC7-C626-4C63-AEDC-518310DA62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85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B1921-A6BD-4364-8E49-374C321F3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5F0450-6562-401B-A7A5-2DE31AE63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BA5970-323B-4A7D-8984-36C3D95B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C912-3FC4-4CD7-A8BE-668CE8AB4A75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9A64A5-F5F4-41D4-BF56-A0AB157D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0148A3-DDDE-4046-87FF-2DBF1D47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93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4B3D1-4E17-45D4-BDD7-C48392F6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A5C45-4E23-4B43-98C9-7F12C14A5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FBA69-9E5F-4718-8B3A-FA5A66BB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411B-0A9E-457D-9F4E-D55D579EF198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E47624-7138-4224-9C52-330B9524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E82DC9-A181-4FDB-A1E1-5C8DBBB6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DAD2A-1349-4D08-8212-C396EFDF3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AD1EE6-DD1E-42B2-AF17-FEE2D3738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CCF3BF-7ECE-4E30-A50C-A09999B8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AC-A4BB-4B7C-B09A-1CC18D89BE32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F2BB26-D853-435E-8A01-726F91D5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864007-EA7F-474B-9AD4-27BE1A19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964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8D435-00E1-4F08-9AE4-BDA3B657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198053-57D5-426F-91A8-380B8ED94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C3175B-D43A-4922-B0C5-A3A38B767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AFF821-76B2-4F86-BBAD-88B500F9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4064-EACF-491D-A812-7B6561F2133C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B4758F-1B2D-46D1-91C1-22C4C759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89DC95-782F-4E74-93F2-EE70CC0B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12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225BB-BE88-4B48-A1D7-8D00641C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81F8F6-D9F9-4A4C-B853-1E0184F4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7450BA-6618-4DC4-B8E2-DDF523101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CCB2DAB-962E-41B3-9959-5F004AA77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CC67C5-C2D5-43BC-B8F2-AE6505AEA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E41964-81C1-4496-88A6-3CCD4B655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447F4-F86C-440D-AF43-7A9CD0B696FD}" type="datetime1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422A66-4FEC-4CAC-9EE9-CC3ABF0E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5810DAB-DD14-4BBF-B614-347CAFBC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95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AE516-8767-4E86-AF48-5FF0F5BB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30DAE7-526F-4318-9A7A-4F2C97ED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EA96-BE91-42C8-BF72-6937D3A2F7DC}" type="datetime1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D520C4-46CB-44E9-A23F-939875AF6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97FFBE-F1C0-47BB-819E-5928D16D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F4BBCA-73E7-4965-8910-E6A60891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4A3B-722A-4E99-90B9-C349653DB36C}" type="datetime1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75630E-6445-4B7A-B486-FBCD2C03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43D533-3713-4868-AFD6-26F95BEF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83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24B4B0-CD01-4E72-95F0-570AABA7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5B77D9-7668-44F8-8FC7-3B886C63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260DDC-C8E9-4B17-AD58-B1CBC3FDA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15C80D-6FEF-48A3-8021-E19C7384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3D618-110D-4B33-B73D-7288C07B98E7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1BD1CF-9E50-40C2-92AE-4A0D62A8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BDA896-B041-49E9-9A08-23FC1D63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8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86732-D30E-401C-B7A4-E4C8B2E1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7EB91C-0188-43A2-852E-393BBFBE4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B735BD-5239-4004-918A-C4BE8ACC1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87FD31-62F2-4E9F-8333-B62AD5C2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82D7A-3226-4473-AF56-DC44E5D107D7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9F7C-6BE2-46DE-929D-BB904EDB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06E932-6AD9-449A-BB74-59DCE07F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81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D551E-68C9-4C14-8642-CD2A27C7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94F56A-E644-4D47-A5C4-C7D30F79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4DDB1D-1995-4E66-B003-5DC741CE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8DEC-14F7-4467-A134-F2770D8A5452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427CF-FC09-4CF0-ACF3-E7D21A4E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49430C-DBF3-4F7D-9FA8-4FFE4D01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36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D03C72-033F-4C02-A319-8581E8EC2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909B2D-C157-478E-B5EF-6E2EC5A23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022CE2-3E43-49C3-AC44-FB17A7D1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A34DD-BC38-4AA4-B535-87DCB657F5B7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4E90CE-A6F2-4F10-8958-D9036772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FD3EB-0BFB-4F25-B450-F00EECAF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69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1BDE9-61B0-4D40-A805-DDFF6F96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C5324-8AE1-41C8-B78C-91158E92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E51D57-2E1B-4019-A3E0-D3A5ECB1F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54EDF-0978-48C3-865A-51ECCFACC159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8762F-6E17-4188-92E4-894664AB6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9AD0D6-D7E8-49FC-98A9-77A917A5B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75AD3-8BF2-42FF-8327-221AF3E6AC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9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246A13-A761-46F9-ACA2-C06EF479227E}"/>
              </a:ext>
            </a:extLst>
          </p:cNvPr>
          <p:cNvSpPr/>
          <p:nvPr/>
        </p:nvSpPr>
        <p:spPr>
          <a:xfrm>
            <a:off x="-1" y="708025"/>
            <a:ext cx="12192000" cy="55935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53417-F73A-4332-817B-95B6A7DEA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2" y="1416050"/>
            <a:ext cx="11877675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Тема: Проектирование и разработка</a:t>
            </a:r>
            <a:b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информационной системы «</a:t>
            </a:r>
            <a:r>
              <a:rPr lang="ru-RU" sz="3200" b="1" dirty="0" err="1">
                <a:latin typeface="Verdana" panose="020B0604030504040204" pitchFamily="34" charset="0"/>
                <a:ea typeface="Verdana" panose="020B0604030504040204" pitchFamily="34" charset="0"/>
              </a:rPr>
              <a:t>Джутсу</a:t>
            </a: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 Вендинг»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DAAAD9-0A29-48DC-BCCD-474830BA4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250" y="6358731"/>
            <a:ext cx="2857500" cy="525463"/>
          </a:xfrm>
        </p:spPr>
        <p:txBody>
          <a:bodyPr>
            <a:normAutofit/>
          </a:bodyPr>
          <a:lstStyle/>
          <a:p>
            <a:r>
              <a:rPr lang="ru-RU" dirty="0"/>
              <a:t>г. Арзамас, 2026 г.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94739C-311A-402E-A2F1-4987C6873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5EE6C37E-3B3A-428A-9B8A-CEE8AB8C89E9}"/>
              </a:ext>
            </a:extLst>
          </p:cNvPr>
          <p:cNvSpPr txBox="1">
            <a:spLocks/>
          </p:cNvSpPr>
          <p:nvPr/>
        </p:nvSpPr>
        <p:spPr>
          <a:xfrm>
            <a:off x="7410451" y="5153422"/>
            <a:ext cx="4781549" cy="9965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Выполнил: конкурсант</a:t>
            </a:r>
          </a:p>
          <a:p>
            <a:pPr algn="r"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Мухин Вадим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408408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4"/>
            <a:ext cx="12192000" cy="5648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050" y="1851420"/>
            <a:ext cx="7540625" cy="37365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Главные проблемы бизнеса: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Простои сломанных торговых автоматов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Отсутствие контроля товаров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Высокие операционные затраты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Актуальность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C50D41-19BB-47F5-8F7F-BCEC5DA42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37" y="2051445"/>
            <a:ext cx="2685605" cy="238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4"/>
            <a:ext cx="12192000" cy="5648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87" y="1142800"/>
            <a:ext cx="11731625" cy="45616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Цель: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Разработка информационной системы для автоматизации сети торговых автоматов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Задачи: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Мониторинг товаров и запасов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Контроль технического состояния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Сбор аналитики продаж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Цель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59745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243" y="5224165"/>
            <a:ext cx="8170863" cy="9527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Диаграмма вариантов использования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Архитектура системы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AC3FB0-9BF8-49E5-8458-DC4F155C4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4" y="1157485"/>
            <a:ext cx="6071139" cy="403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4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023" y="5537588"/>
            <a:ext cx="8170863" cy="9527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ER-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Диаграмма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Проектирование базы данных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65FEDC-5330-4B1B-8164-A26261EA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940197"/>
            <a:ext cx="7737074" cy="470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9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7" y="5533925"/>
            <a:ext cx="8170863" cy="86330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Страница «Монитор торговых автоматов»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Настольное приложение</a:t>
            </a:r>
          </a:p>
        </p:txBody>
      </p:sp>
      <p:pic>
        <p:nvPicPr>
          <p:cNvPr id="8" name="image7.png">
            <a:extLst>
              <a:ext uri="{FF2B5EF4-FFF2-40B4-BE49-F238E27FC236}">
                <a16:creationId xmlns:a16="http://schemas.microsoft.com/office/drawing/2014/main" id="{9AFEAA16-6880-476C-BD1A-77F90E80371C}"/>
              </a:ext>
            </a:extLst>
          </p:cNvPr>
          <p:cNvPicPr/>
          <p:nvPr/>
        </p:nvPicPr>
        <p:blipFill>
          <a:blip r:embed="rId3"/>
          <a:stretch/>
        </p:blipFill>
        <p:spPr bwMode="auto">
          <a:xfrm>
            <a:off x="1335199" y="914400"/>
            <a:ext cx="8866505" cy="471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8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4"/>
            <a:ext cx="12192000" cy="5648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75" y="5191273"/>
            <a:ext cx="8170863" cy="86330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Страница «Календарь обслуживания»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Веб-интерфейс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686844-6440-4669-A622-9D61EE672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56" y="1441847"/>
            <a:ext cx="11571088" cy="365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14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0589A-238F-4CF6-B305-FC79E75A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5658395"/>
            <a:ext cx="8170863" cy="86330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Страница «Мои заявки»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Мобильное приложение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94AF77-BF97-48CE-8049-D30E164BF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9"/>
          <a:stretch/>
        </p:blipFill>
        <p:spPr>
          <a:xfrm>
            <a:off x="4210075" y="826218"/>
            <a:ext cx="2933676" cy="487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Главные преимущества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2EF4553-8632-4188-A9A4-FF8BE86AFEA4}"/>
              </a:ext>
            </a:extLst>
          </p:cNvPr>
          <p:cNvSpPr txBox="1">
            <a:spLocks/>
          </p:cNvSpPr>
          <p:nvPr/>
        </p:nvSpPr>
        <p:spPr>
          <a:xfrm>
            <a:off x="3436145" y="1356121"/>
            <a:ext cx="8675687" cy="4561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Бережливое производство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Автоматическое планирование задач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Защита от переработки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Умное обучение: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Подбор задач под навыки инженера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Электронные инструкции в приложении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F24744E-8FF9-4DC7-B1B8-930BED9C2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7" y="1885752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4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-76596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Заключение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EC13452-3A18-4C38-92EF-87C46544D6F9}"/>
              </a:ext>
            </a:extLst>
          </p:cNvPr>
          <p:cNvSpPr txBox="1">
            <a:spLocks/>
          </p:cNvSpPr>
          <p:nvPr/>
        </p:nvSpPr>
        <p:spPr>
          <a:xfrm>
            <a:off x="230187" y="1148159"/>
            <a:ext cx="11731625" cy="4561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Вывод: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Реализована информационная система для автоматизации сети торговых автоматов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Достигнутые задачи: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Повышение эффективности торговых автоматов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Снижение операционных затрат</a:t>
            </a:r>
          </a:p>
          <a:p>
            <a:pPr lvl="1"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Улучшение пользовательского опыта</a:t>
            </a:r>
          </a:p>
        </p:txBody>
      </p:sp>
    </p:spTree>
    <p:extLst>
      <p:ext uri="{BB962C8B-B14F-4D97-AF65-F5344CB8AC3E}">
        <p14:creationId xmlns:p14="http://schemas.microsoft.com/office/powerpoint/2010/main" val="335673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38B4B1-6F76-432C-A492-02AD9E5F871B}"/>
              </a:ext>
            </a:extLst>
          </p:cNvPr>
          <p:cNvSpPr/>
          <p:nvPr/>
        </p:nvSpPr>
        <p:spPr>
          <a:xfrm>
            <a:off x="0" y="708025"/>
            <a:ext cx="12192000" cy="56225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30F835-2A91-4AEE-940D-277F41924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24075" cy="7080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82254-B815-410D-ADF1-1258CE2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5AD3-8BF2-42FF-8327-221AF3E6AC4D}" type="slidenum">
              <a:rPr lang="ru-RU" sz="24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</a:t>
            </a:fld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650E171-6810-4D40-B7EB-53DDF01AF75B}"/>
              </a:ext>
            </a:extLst>
          </p:cNvPr>
          <p:cNvSpPr txBox="1">
            <a:spLocks/>
          </p:cNvSpPr>
          <p:nvPr/>
        </p:nvSpPr>
        <p:spPr>
          <a:xfrm>
            <a:off x="0" y="3023791"/>
            <a:ext cx="11877675" cy="81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941731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158</Words>
  <Application>Microsoft Office PowerPoint</Application>
  <PresentationFormat>Широкоэкранный</PresentationFormat>
  <Paragraphs>51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Verdana</vt:lpstr>
      <vt:lpstr>Тема Office</vt:lpstr>
      <vt:lpstr>Тема: Проектирование и разработка информационной системы «Джутсу Вендинг»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Проектирование и разработка информационной системы «Джутсу Вендинг»</dc:title>
  <dc:creator>Вадим Мухин</dc:creator>
  <cp:lastModifiedBy>Вадим Мухин</cp:lastModifiedBy>
  <cp:revision>27</cp:revision>
  <dcterms:created xsi:type="dcterms:W3CDTF">2026-02-22T07:12:08Z</dcterms:created>
  <dcterms:modified xsi:type="dcterms:W3CDTF">2026-02-22T12:37:56Z</dcterms:modified>
</cp:coreProperties>
</file>